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Set the scene, no tech. 'Tonight I want to tell you the story of teaching a camera to see every person in a crowd -- separately, correctly, and steadily over time.'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problem: depth models live one frame at a time. Left: the same still scene, three consecutive frames, three different answers -- every frame is re-estimated from scratch, so depth shimmers and nothing persists. And inside each frame, overlapping people fuse into one mass. Right (V2): a real clip of a foundation model on a group -- watch the depth flicker and the people 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Three things make it genuinely hard. 1: crowds -- overlapping people fuse into one mass, and the hidden parts have no pixels at all. 2: single-image models have no notion of time, so consecutive frames disagree and the video shimmers. 3: consistency has to hold EVERYWHERE at once -- per pixel, per person, per frame; fixing one usually breaks another. Temporal consistency is the hardest of the three because there is nothing in a single frame to anchor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What success looks like, in plain words. Four promises: depth for each person, correct even while overlapped, steady across the whole video, and in real metres -- not relative shades.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unglamorous truth, and a real contribution. There was no dataset for this. All we were handed was RGB frames and their raw depth maps -- no masks, no identities, no per-person depth. So we built the entire ground-truth stack ourselves: segment every person, give each a stable identity across the whole video, assign each their depth layer, and label who occludes whom. Everything after the arrow is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~40s -- The whole idea in one picture, following the ICCV-2025 InstanceDepth recipe. Pass 1 paints the scene's depth. Pass 2 finds each person and their depth layer. Pass 3 looks at every overlapping pair and fixes the depths where they collide. Our addition wraps the whole thing in time: remember people between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1 results. Left: scenes come out sharp. Right, the real numbers on the full 10,400-frame test set: adding the temporal memory module improved EVERY number at once -- the depth got more accurate AND steadier across frames. Accuracy and temporal consistency usually trade off against each other; here they moved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2. Masks are excellent on our data. The problem: the segmenter re-answers 'who is who' from scratch every frame, so the same person strobes colours. The fix: match each person to the previous frame by overlap, and hold identity even through a brief disappearance. Demo note: this is the --track-instances flag; always run the demo with it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~45s -- Pass 3 results. Where two people overlap is exactly where depth is hardest -- and exactly where our refinement delivers: overlap-region error drops 0.056 to 0.055, with 98.6% of overlap pixels inside the tight accuracy band, while whole-scene accuracy stays at its best (0.078). The refinement reasons about each occluding PAIR -- who is in front, by how much -- and sharpens the person boundaries in the depth map. Show V4: refined vs base, side by side, on a real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Numbers were per pass; this slide is about BREADTH. Four very different situations from the held-out set -- a crowded group, two people crossing, someone close to the camera, a wide sparse scene -- and the same system handles all of them: clean per-person depth, no special casing per scene. Talk over the tiles, don't read them. If a scene type your audience cares about is missing, swap a 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What in this project is OURS, beyond the paper we started from. 1: the dataset itself -- fully annotated by us from nothing but RGB and raw depth. 2: the paper is single-frame; we made depth video-native -- a temporal memory carried across frames, trained by a loss that rewards steadiness without punishing real motion. 3: training that seeks motion -- instead of sampling clips at random, we sample them where the scene actually moves, so the temporal module learns from the frames where time matters. 4: occlusion-aware pair reasoning -- for every overlapping pair, who is in front and by how much, 98.6% accuracy right where bodies cross.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~30s -- Let it speak for itself. One person walks behind another and comes out the other side: same colour, same depth, and the scene never wavers. Everything from the last five slides, in one clip. (Render with --track-instances; add --depth-range / --smooth-depth for foreign footage.)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~25s -- What's next, in order. 1: put the occlusion refinement to the test on OTHER occlusion-heavy datasets -- crowded public benchmarks we didn't train on -- and measure whether the overlap gains transfer. 2: robustness on footage from other cameras and places, so the same steadiness holds anywhere. 3: release our dataset as a benchmark, with the write-up -- there is no public instance-depth video benchmark like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Close the loop with slide 4: we opened with four promises; here they are again, each with its receipt. Depth for each person -- delivered as per-person layers. Correct through overlaps -- 0.055 where bodies cross, 98.6% accuracy there. Steady across frames -- both temporal metrics improved; the video is measurably calmer. Real metres -- 0.072 relative error on 10,400 frames. The promises held.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~15s -- Thanks + where to look. QR to the repo. Offer the backup slide if anyone wants the media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only -- not part of the 8 minutes. Every placeholder, where it goes, its size, and the exact repo command. The two demo clips (V3b, V5) MUST use --track-instances so identities don't flicker.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126480"/>
            <a:ext cx="12191695" cy="73152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852160"/>
            <a:ext cx="12191695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623560"/>
            <a:ext cx="12191695" cy="20116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0" y="4572000"/>
            <a:ext cx="731520" cy="15544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4114800"/>
            <a:ext cx="868680" cy="201168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966960" y="3474720"/>
            <a:ext cx="1005840" cy="265176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A RESEARCH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E9EDF3"/>
                </a:solidFill>
                <a:latin typeface="Segoe UI"/>
              </a:rPr>
              <a:t>Seeing every person's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93A3B5"/>
                </a:solidFill>
                <a:latin typeface="Segoe UI"/>
              </a:rPr>
              <a:t>Instance-level video depth in crowded scenes -- beyond occlusions.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17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B7E"/>
                </a:solidFill>
                <a:latin typeface="Consolas"/>
              </a:rPr>
              <a:t>K. S. Janjua  ·  lab meeting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Depth models live one frame at a time.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SAME SCENE · THREE CONSECUTIVE FRAMES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880360"/>
            <a:ext cx="1463040" cy="1920240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C6B7E"/>
                </a:solidFill>
                <a:latin typeface="Consolas"/>
              </a:rPr>
              <a:t>t=0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3611880"/>
            <a:ext cx="457200" cy="105156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74519" y="3429000"/>
            <a:ext cx="502920" cy="1234440"/>
          </a:xfrm>
          <a:prstGeom prst="roundRect">
            <a:avLst>
              <a:gd name="adj" fmla="val 6000"/>
            </a:avLst>
          </a:prstGeom>
          <a:solidFill>
            <a:srgbClr val="2F8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2880360"/>
            <a:ext cx="1463040" cy="1920240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9260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C6B7E"/>
                </a:solidFill>
                <a:latin typeface="Consolas"/>
              </a:rPr>
              <a:t>t=1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611880"/>
            <a:ext cx="457200" cy="1051560"/>
          </a:xfrm>
          <a:prstGeom prst="roundRect">
            <a:avLst>
              <a:gd name="adj" fmla="val 6000"/>
            </a:avLst>
          </a:prstGeom>
          <a:solidFill>
            <a:srgbClr val="2F8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3429000"/>
            <a:ext cx="502920" cy="1234440"/>
          </a:xfrm>
          <a:prstGeom prst="roundRect">
            <a:avLst>
              <a:gd name="adj" fmla="val 6000"/>
            </a:avLst>
          </a:prstGeom>
          <a:solidFill>
            <a:srgbClr val="525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2880360"/>
            <a:ext cx="1463040" cy="1920240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9260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C6B7E"/>
                </a:solidFill>
                <a:latin typeface="Consolas"/>
              </a:rPr>
              <a:t>t=2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3611880"/>
            <a:ext cx="457200" cy="1051560"/>
          </a:xfrm>
          <a:prstGeom prst="roundRect">
            <a:avLst>
              <a:gd name="adj" fmla="val 6000"/>
            </a:avLst>
          </a:prstGeom>
          <a:solidFill>
            <a:srgbClr val="525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57800" y="3429000"/>
            <a:ext cx="502920" cy="123444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12064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no memory: every frame answers again -- depth flickers,
people merge where they overlap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286000"/>
            <a:ext cx="484632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V2 · VIDEO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Foundation-model depth on a real group clip -- flickering frame to frame, people merging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~620x460 · scripts/infer_video.py --compare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things make it hard.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People overlap.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crowds fuse into one mass; hidden parts have no pixels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7992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6592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Frames disagree.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no memory across time -- depth shimmers, video looks unstable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1624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Consistency is three-way.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per pixel, per person, AND per frame -- all at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success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Depth for each person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3796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Correct through overlaps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Steady across frames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In real metres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There was no dataset. So we built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ALL WE HAD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5176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RGB frames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3192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93192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depth maps (raw)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3200400"/>
            <a:ext cx="64008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606040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852928"/>
            <a:ext cx="219456" cy="219456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606040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Segment every person  →  masks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447288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3694176"/>
            <a:ext cx="219456" cy="219456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3447288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Stable identity across the video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288536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535424"/>
            <a:ext cx="219456" cy="219456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288536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Per-person depth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129784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5376672"/>
            <a:ext cx="219456" cy="219456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5129784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Who occludes whom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2606040"/>
            <a:ext cx="2651760" cy="27432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I5 · IMAGE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annotated frame: RGB → masks → IDs → depth layers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~330x220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Pixels and depth in; a fully-annotated instance-depth video dataset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passes over every frame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137160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926080"/>
            <a:ext cx="115214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9EDF3"/>
                </a:solidFill>
                <a:latin typeface="Segoe UI"/>
              </a:rPr>
              <a:t>video frame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3364992"/>
            <a:ext cx="36576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DA3F2"/>
                </a:solidFill>
                <a:latin typeface="Consolas"/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Paint the scene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depth everywhere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8640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1500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ED2BC"/>
                </a:solidFill>
                <a:latin typeface="Consolas"/>
              </a:rPr>
              <a:t>PASS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Find each person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mask + depth layer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6676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9536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5B63F"/>
                </a:solidFill>
                <a:latin typeface="Consolas"/>
              </a:rPr>
              <a:t>PASS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Fix the overlaps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reason about pairs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892040"/>
            <a:ext cx="8366760" cy="566928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2540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4892040"/>
            <a:ext cx="8366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2836C"/>
                </a:solidFill>
                <a:latin typeface="Segoe UI"/>
              </a:rPr>
              <a:t>+ ours: memory -- keeps each person across frames (feeds the next frame's Pass 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Following the ICCV 2025 recipe -- then extending it where video demands more.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7DA3F2"/>
                </a:solidFill>
                <a:latin typeface="Consolas"/>
              </a:rPr>
              <a:t>PASS 1 · SCENE DEPTH +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Adding memory made it sharper </a:t>
            </a:r>
            <a:r>
              <a:rPr sz="3400" b="1">
                <a:solidFill>
                  <a:srgbClr val="3ED2BC"/>
                </a:solidFill>
                <a:latin typeface="Segoe UI"/>
              </a:rPr>
              <a:t>and</a:t>
            </a:r>
            <a:r>
              <a:rPr sz="3400" b="1">
                <a:solidFill>
                  <a:srgbClr val="E9EDF3"/>
                </a:solidFill>
                <a:latin typeface="Segoe UI"/>
              </a:rPr>
              <a:t> steadier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I2 · IMAGE STRIP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Two scenes × ( RGB | ground truth | our depth )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~560x430 · scripts/visualize_hdi.py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286000"/>
            <a:ext cx="4937760" cy="35661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24688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Consolas"/>
              </a:rPr>
              <a:t>FULL TEST SET (10,400 frames) · baseline → +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0175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error (lower wins)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337560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0.078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3337560"/>
            <a:ext cx="1603716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95560" y="32735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0.072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931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Flicker (lower = steadier)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2519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4187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0.94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4251959"/>
            <a:ext cx="1700394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4187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0.92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8463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(higher wins)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166359"/>
            <a:ext cx="1611983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51023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93.8%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51663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51023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94.1%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532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3ED2BC"/>
                </a:solidFill>
                <a:latin typeface="Segoe UI"/>
              </a:rPr>
              <a:t>every metric moved the right way -- at once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Blue = per-frame model · amber = + temporal memory. Full held-out test 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ED2BC"/>
                </a:solidFill>
                <a:latin typeface="Consolas"/>
              </a:rPr>
              <a:t>PASS 2 · FINDING &amp; FOLLOWING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It finds people -- and now </a:t>
            </a:r>
            <a:r>
              <a:rPr sz="3400" b="1">
                <a:solidFill>
                  <a:srgbClr val="3ED2BC"/>
                </a:solidFill>
                <a:latin typeface="Segoe UI"/>
              </a:rPr>
              <a:t>keeps</a:t>
            </a:r>
            <a:r>
              <a:rPr sz="3400" b="1">
                <a:solidFill>
                  <a:srgbClr val="E9EDF3"/>
                </a:solidFill>
                <a:latin typeface="Segoe UI"/>
              </a:rPr>
              <a:t> who they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V3a · VIDEO -- BEFORE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Identity flicker: the same person strobing colours frame to frame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make_sequence_videos.py (no tracker)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836C"/>
                </a:solidFill>
                <a:latin typeface="Segoe UI"/>
              </a:rPr>
              <a:t>Before: new colour every frame.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2860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3ED2B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V3b · VIDEO -- AFTER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Same clip with tracking: each person keeps a single colour throughout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infer_video.py --track-instances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778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ED2BC"/>
                </a:solidFill>
                <a:latin typeface="Segoe UI"/>
              </a:rPr>
              <a:t>After: one person, one colour.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Match people frame-to-frame by overlap, and hold identity through brief disappearances.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PASS 3 · OCCLUSION-AWARE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Better exactly </a:t>
            </a:r>
            <a:r>
              <a:rPr sz="3400" b="1">
                <a:solidFill>
                  <a:srgbClr val="F5B63F"/>
                </a:solidFill>
                <a:latin typeface="Segoe UI"/>
              </a:rPr>
              <a:t>where people overlap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669280" cy="3657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Consolas"/>
              </a:rPr>
              <a:t>OVERLAP REGIONS · 3,083 frames with real occlusion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80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E9EDF3"/>
                </a:solidFill>
                <a:latin typeface="Segoe UI"/>
              </a:rPr>
              <a:t>Depth error (lower wins)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93A3B5"/>
                </a:solidFill>
                <a:latin typeface="Consolas"/>
              </a:rPr>
              <a:t>0.056</a:t>
            </a:r>
            <a:r>
              <a:rPr sz="1800" b="0">
                <a:solidFill>
                  <a:srgbClr val="5C6B7E"/>
                </a:solidFill>
                <a:latin typeface="Segoe UI"/>
              </a:rPr>
              <a:t>  →  </a:t>
            </a:r>
            <a:r>
              <a:rPr sz="2600" b="1">
                <a:solidFill>
                  <a:srgbClr val="3ED2BC"/>
                </a:solidFill>
                <a:latin typeface="Consolas"/>
              </a:rPr>
              <a:t>0.055 ✓</a:t>
            </a:r>
            <a:r>
              <a:rPr sz="1250" b="0">
                <a:solidFill>
                  <a:srgbClr val="93A3B5"/>
                </a:solidFill>
                <a:latin typeface="Segoe UI"/>
              </a:rPr>
              <a:t>   base → refined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86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E9EDF3"/>
                </a:solidFill>
                <a:latin typeface="Segoe UI"/>
              </a:rPr>
              <a:t>Accuracy in overlap regions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3ED2BC"/>
                </a:solidFill>
                <a:latin typeface="Consolas"/>
              </a:rPr>
              <a:t>98.6%</a:t>
            </a:r>
            <a:r>
              <a:rPr sz="1250" b="0">
                <a:solidFill>
                  <a:srgbClr val="93A3B5"/>
                </a:solidFill>
                <a:latin typeface="Segoe UI"/>
              </a:rPr>
              <a:t>  of overlap pixels within the tight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892040"/>
            <a:ext cx="5120640" cy="18288"/>
          </a:xfrm>
          <a:prstGeom prst="roundRect">
            <a:avLst>
              <a:gd name="adj" fmla="val 6000"/>
            </a:avLst>
          </a:prstGeom>
          <a:solidFill>
            <a:srgbClr val="2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B63F"/>
                </a:solidFill>
                <a:latin typeface="Segoe UI"/>
              </a:rPr>
              <a:t>Whole scene:  </a:t>
            </a:r>
            <a:r>
              <a:rPr sz="1350" b="0">
                <a:solidFill>
                  <a:srgbClr val="E9EDF3"/>
                </a:solidFill>
                <a:latin typeface="Segoe UI"/>
              </a:rPr>
              <a:t>0.078 rel. error -- precision added where it counts,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949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Segoe UI"/>
              </a:rPr>
              <a:t>with crisp person boundaries in the depth map and the rest of the scene at full quality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2286000"/>
            <a:ext cx="448056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V4 · VIDEO / TOGGLE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Refined vs base, side by side, on a real overlap -- crisp person boundaries in depth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~520x430 · infer_video.py --compare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One system, every kind of scene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542032" cy="301752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1FA49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I6a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Crowded group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RGB over depth · ~260x300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E9EDF3"/>
                </a:solidFill>
                <a:latin typeface="Segoe UI"/>
              </a:rPr>
              <a:t>Crowded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15000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3A3B5"/>
                </a:solidFill>
                <a:latin typeface="Segoe UI"/>
              </a:rPr>
              <a:t>5+ people, heavy overlap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93008" y="2286000"/>
            <a:ext cx="2542032" cy="301752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3E6FD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I6b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People crossing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RGB over depth · ~260x300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3008" y="5394960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E9EDF3"/>
                </a:solidFill>
                <a:latin typeface="Segoe UI"/>
              </a:rPr>
              <a:t>People crossing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5715000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3A3B5"/>
                </a:solidFill>
                <a:latin typeface="Segoe UI"/>
              </a:rPr>
              <a:t>the classic identity killer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2286000"/>
            <a:ext cx="2542032" cy="301752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B07D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I6c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Close range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RGB over depth · ~260x300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3056" y="5394960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E9EDF3"/>
                </a:solidFill>
                <a:latin typeface="Segoe UI"/>
              </a:rPr>
              <a:t>Close 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5715000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3A3B5"/>
                </a:solidFill>
                <a:latin typeface="Segoe UI"/>
              </a:rPr>
              <a:t>large scale change, near the lens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33104" y="2286000"/>
            <a:ext cx="2542032" cy="301752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28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I6d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Wide &amp; sparse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RGB over depth · ~260x300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5394960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E9EDF3"/>
                </a:solidFill>
                <a:latin typeface="Segoe UI"/>
              </a:rPr>
              <a:t>Wide &amp; sparse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5715000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3A3B5"/>
                </a:solidFill>
                <a:latin typeface="Segoe UI"/>
              </a:rPr>
              <a:t>small people, long sightlines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All from the held-out test set · same model, same settings -- no per-scene tuning.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BEYOND THE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this project adds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A dataset that didn't exist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2461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3A3B5"/>
                </a:solidFill>
                <a:latin typeface="Segoe UI"/>
              </a:rPr>
              <a:t>full instance-depth ground truth, hand-built from raw RGB + 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37744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60604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Depth with a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2461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3A3B5"/>
                </a:solidFill>
                <a:latin typeface="Segoe UI"/>
              </a:rPr>
              <a:t>recurrent temporal state + a loss that rewards steadiness, not stillness -- video-native, not frame-by-frame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976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526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Training that seeks motion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16636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3A3B5"/>
                </a:solidFill>
                <a:latin typeface="Segoe UI"/>
              </a:rPr>
              <a:t>clips sampled where the scene actually moves -- the temporal module learns from frames where time matters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976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526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Occlusion-aware pair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516636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3A3B5"/>
                </a:solidFill>
                <a:latin typeface="Segoe UI"/>
              </a:rPr>
              <a:t>who is in front, and by how much, for every overlapping pair -- 98.6% accuracy where bodies cross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All of it, in one clip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45775" cy="33832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V5 · VIDEO -- THE DEMO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person walks behind another -- same colour, same depth, steady scene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~1128x380 · make_sequence_videos.py --track-instances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93A3B5"/>
                </a:solidFill>
                <a:latin typeface="Segoe UI"/>
              </a:rPr>
              <a:t>RGB  |  depth  |  instances -- every person keeps their colour and their metres.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moves ahead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Occlusion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>
                <a:solidFill>
                  <a:srgbClr val="93A3B5"/>
                </a:solidFill>
                <a:latin typeface="Segoe UI"/>
              </a:rPr>
              <a:t>measure Pass 3 on other occlusion-heavy datasets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795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1772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Any camera, anywhere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6118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>
                <a:solidFill>
                  <a:srgbClr val="93A3B5"/>
                </a:solidFill>
                <a:latin typeface="Segoe UI"/>
              </a:rPr>
              <a:t>the same steadiness on foreign footage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8271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Release the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6118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>
                <a:solidFill>
                  <a:srgbClr val="93A3B5"/>
                </a:solidFill>
                <a:latin typeface="Segoe UI"/>
              </a:rPr>
              <a:t>our dataset, public -- plus the write-up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The four promises -- delivered.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1460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2898648"/>
            <a:ext cx="292608" cy="29260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27157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9EDF3"/>
                </a:solidFill>
                <a:latin typeface="Segoe UI"/>
              </a:rPr>
              <a:t>Depth for each person  </a:t>
            </a:r>
            <a:r>
              <a:rPr sz="19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2918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per-person depth layers, every frame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1460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2898648"/>
            <a:ext cx="292608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27157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9EDF3"/>
                </a:solidFill>
                <a:latin typeface="Segoe UI"/>
              </a:rPr>
              <a:t>Correct through overlaps  </a:t>
            </a:r>
            <a:r>
              <a:rPr sz="19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2918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0.055 error where bodies cross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34340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4727448"/>
            <a:ext cx="292608" cy="29260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5445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9EDF3"/>
                </a:solidFill>
                <a:latin typeface="Segoe UI"/>
              </a:rPr>
              <a:t>Steady across frames  </a:t>
            </a:r>
            <a:r>
              <a:rPr sz="19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206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temporal error and flicker both down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34340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37960" y="4727448"/>
            <a:ext cx="292608" cy="292608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45445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9EDF3"/>
                </a:solidFill>
                <a:latin typeface="Segoe UI"/>
              </a:rPr>
              <a:t>In real metres  </a:t>
            </a:r>
            <a:r>
              <a:rPr sz="19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1206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0.072 rel. error on 10,400 frames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309360"/>
            <a:ext cx="12191695" cy="54864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80760"/>
            <a:ext cx="12191695" cy="256032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897880"/>
            <a:ext cx="12191695" cy="1828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E9EDF3"/>
                </a:solidFill>
                <a:latin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93A3B5"/>
                </a:solidFill>
                <a:latin typeface="Segoe UI"/>
              </a:rPr>
              <a:t>Questions -- happy to go deeper on any pass, or the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C6B7E"/>
                </a:solidFill>
                <a:latin typeface="Consolas"/>
              </a:rPr>
              <a:t>github.com/KSJanjua/ProCodes · videodepth/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9456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QR1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QR → repo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200x200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C6B7E"/>
                </a:solidFill>
                <a:latin typeface="Consolas"/>
              </a:rPr>
              <a:t>BACKUP · NOT PART OF THE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E9EDF3"/>
                </a:solidFill>
                <a:latin typeface="Segoe UI"/>
              </a:rPr>
              <a:t>Editor's manifest -- media to drop 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4303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017520"/>
                <a:gridCol w="1463040"/>
                <a:gridCol w="5148072"/>
              </a:tblGrid>
              <a:tr h="4480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ID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Slide · position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Size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Produce with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S2 · right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620x460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--compare (baseline failing)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S5 · right -- the dataset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330x220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one frame: RGB → masks → IDs → layers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S7 · left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560x430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visualize_hdi.py, 2 scenes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V3a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left -- BEFORE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(no tracker)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V3b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right -- AFTER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V4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S9 · right -- refined vs base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520x430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--compare on an overlap clip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I6a-d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S10 · four tiles -- scene gallery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4 × 260x300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stills: crowd / crossing / close / sparse (visualize_*.py)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S12 · main -- the demo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1128x380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QR1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S15 · right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200x200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QR to repo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C6B7E"/>
                </a:solidFill>
                <a:latin typeface="Segoe UI"/>
              </a:rPr>
              <a:t>Swap any video in as an inserted media clip. V3b and V5 MUST use --track-instances so colours stay locked.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